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0694E"/>
                </a:solidFill>
              </a:defRPr>
            </a:pPr>
            <a:r>
              <a:t>Power BI vs Streamlit vs Dash vs TypeScript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43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4B87"/>
                </a:solidFill>
              </a:defRPr>
            </a:pPr>
            <a:r>
              <a:t>Décider selon le besoin métier, pas selon la liberté graphique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Contexte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Pilotage P&amp;L, KPI/KRI, desks et books, avec parcours 3 / 30 / 300 secondes.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9864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Thèse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Power BI pour le reporting gouverné ; frontend sur mesure pour les interactions très spécifiques.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22776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Question centrale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Quelle proportion des besoins exige vraiment une interface sur mesure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Architecture décisionnelle | Discussion de cadrage |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0694E"/>
                </a:solidFill>
              </a:defRPr>
            </a:pPr>
            <a:r>
              <a:t>Votre constat sur Power BI est fondé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43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4B87"/>
                </a:solidFill>
              </a:defRPr>
            </a:pPr>
            <a:r>
              <a:t>Limites réelles, mais pas absence de personnalisation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Points forts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Matrix, hiérarchies, subtotaux, DAX, mise en forme conditionnelle des valeurs.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9864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Points faibles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En-têtes dynamiques, familles de colonnes colorées, fusions de cellules, micro-interactions.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22776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À tester avant migration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Matrix modernisée, paramètres de champs, Deneb, visuels personnalisés et paginated reports.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Architecture décisionnelle | Discussion de cadrage | Octobre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0694E"/>
                </a:solidFill>
              </a:defRPr>
            </a:pPr>
            <a:r>
              <a:t>Comparaison des quatre approches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43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4B87"/>
                </a:solidFill>
              </a:defRPr>
            </a:pPr>
            <a:r>
              <a:t>Évaluation qualitative, à valider sur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Power BI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Rapide pour BI, sécurité et distribution Microsoft ; personnalisation UI limitée.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9864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Streamlit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Prototype Python très rapide ; contrôle fin et expérience applicative plus contraints.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22776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Dash + AG Grid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Bon équilibre Python / composants interactifs / tableaux financiers ; davantage de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46904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React + TypeScript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Contrôle UX maximal, composants AG Grid ; coût d’ingénierie, tests et maintenance maximal.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Architecture décisionnelle | Discussion de cadrage | Octobre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0694E"/>
                </a:solidFill>
              </a:defRPr>
            </a:pPr>
            <a:r>
              <a:t>Tables financières : le test décisif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43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4B87"/>
                </a:solidFill>
              </a:defRPr>
            </a:pPr>
            <a:r>
              <a:t>Exemple : desk → book, P&amp;L quotidien / MTD / YTD, Greeks et limites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Power BI Matrix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Hiérarchie et mesures natives ; mise en forme des en-têtes et des groupes moins souple.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9864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Dash AG Grid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Groupes de colonnes, CSS d’en-têtes, cellules personnalisées, filtres et expansion.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22776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React AG Grid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Mêmes concepts de grille, intégration frontend plus poussée et interactions sur mesure.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46904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Attention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Fonctions avancées AG Grid parfois sous licence Enterprise : vérifier les besoins.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Architecture décisionnelle | Discussion de cadrage | Octobre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0694E"/>
                </a:solidFill>
              </a:defRPr>
            </a:pPr>
            <a:r>
              <a:t>Challenger le “backend Python obligatoire”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43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4B87"/>
                </a:solidFill>
              </a:defRPr>
            </a:pPr>
            <a:r>
              <a:t>Séparer données, règles métier, agrégation et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Power BI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DAX + modèle sémantique + SQL ; Python facultatif et souvent non souhaitable en serving.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9864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Streamlit / Dash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Python fait généralement tourner l’application ; logique métier à isoler du code 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22776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React / TypeScript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API backend possible en Python (FastAPI), .NET, Java, Node ou couche SQL.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46904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Principe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Calculs stables en SQL/warehouse ; métriques gouvernées en couche sémantique ; Python pour calculs spécialisés.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Architecture décisionnelle | Discussion de cadrage | Octobre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0694E"/>
                </a:solidFill>
              </a:defRPr>
            </a:pPr>
            <a:r>
              <a:t>Architecture cible recommandée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43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4B87"/>
                </a:solidFill>
              </a:defRPr>
            </a:pPr>
            <a:r>
              <a:t>Une source de vérité, plusieurs expériences de consommation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Sources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P&amp;L, positions, Greeks, limites, référentiels desks/books, qualité et contrôles.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9864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Socle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Ingestion → contrôles → stockage historisé → agrégats → couche de métriques versionnée.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22776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Consommation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Power BI pour management ; application Dash/React si workflow métier justifie l’investissement.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46904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Exigences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RBAC, traçabilité, date de valorisation, rapprochements, cache, observabilité.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Architecture décisionnelle | Discussion de cadrage | Octobre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0694E"/>
                </a:solidFill>
              </a:defRPr>
            </a:pPr>
            <a:r>
              <a:t>Performance et volumétrie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43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4B87"/>
                </a:solidFill>
              </a:defRPr>
            </a:pPr>
            <a:r>
              <a:t>Ne pas transférer toute la granularité vers le navigateur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3 secondes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KPIs précalculés : P&amp;L du jour, alertes, dépassements et variation.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9864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30 secondes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Agrégats desk/book, tendances 20 jours, ventilation risques.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22776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300 secondes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Drill-through ciblé vers transactions et historiques détaillés, paginés.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46904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Design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Pré-agréger, partitionner, filtrer côté serveur, cacher selon permissions.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Architecture décisionnelle | Discussion de cadrage | Octobre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0694E"/>
                </a:solidFill>
              </a:defRPr>
            </a:pPr>
            <a:r>
              <a:t>Scorecard de décision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43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4B87"/>
                </a:solidFill>
              </a:defRPr>
            </a:pPr>
            <a:r>
              <a:t>Notation indicative 1 faible → 5 fort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Power BI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Vitesse BI 5 | UX sur mesure 2 | Gouvernance 5 | Coût de maintenance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9864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Streamlit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Vitesse BI 4 | UX sur mesure 3 | Gouvernance 2 | Coût de maintenance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22776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Dash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Vitesse BI 3 | UX sur mesure 4 | Gouvernance 3 | Coût de maintenance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46904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React + API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Vitesse BI 2 | UX sur mesure 5 | Gouvernance 3 | Coût de maintenance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7103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Note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Scores contextuels, non benchmark : gouvernance dépend fortement de l’architecture.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Architecture décisionnelle | Discussion de cadrage | Octobre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0694E"/>
                </a:solidFill>
              </a:defRPr>
            </a:pPr>
            <a:r>
              <a:t>POC comparatif sur 2 semaines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43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4B87"/>
                </a:solidFill>
              </a:defRPr>
            </a:pPr>
            <a:r>
              <a:t>Même jeu de données, mêmes règles et mêmes scénarios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Scénario 1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Table multi-en-têtes colorés, sous-totaux desk/book, règles P&amp;L/KRI.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9864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Scénario 2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Filtres synchronisés, drill-down, sélection croisée, export Excel.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22776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Scénario 3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10 M+ lignes en stockage, latence mesurée sur requêtes représentatives.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46904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Critères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Temps de réalisation, UX, latence p95, sécurité, auditabilité, effort de maintenance.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Architecture décisionnelle | Discussion de cadrage | Octobre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0694E"/>
                </a:solidFill>
              </a:defRPr>
            </a:pPr>
            <a:r>
              <a:t>Recommandation et décision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43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4B87"/>
                </a:solidFill>
              </a:defRPr>
            </a:pPr>
            <a:r>
              <a:t>Ne pas réécrire le reporting avant d’avoir mesuré la valeur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Court terme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Conserver Power BI pour le dashboard de management et améliorer modèle + Matrix.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9864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En parallèle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Prototyper Dash + AG Grid pour une table financière exigeante.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22776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Escalade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React + TypeScript seulement si l’application doit offrir de nombreux workflows complexes.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46904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694E"/>
                </a:solidFill>
              </a:defRPr>
            </a:pPr>
            <a:r>
              <a:t>Décision</a:t>
            </a:r>
          </a:p>
          <a:p>
            <a:pPr>
              <a:defRPr sz="1400">
                <a:solidFill>
                  <a:srgbClr val="1E2A35"/>
                </a:solidFill>
              </a:defRPr>
            </a:pPr>
            <a:r>
              <a:t>Choisir après POC avec utilisateurs desk/risk et contraintes IT/contrôle.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Architecture décisionnelle | Discussion de cadrage | Octobre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